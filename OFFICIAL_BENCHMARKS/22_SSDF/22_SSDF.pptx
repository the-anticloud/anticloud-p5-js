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22 Ssdf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2026-10-02T11:06:44.054416Z | Framework ID: 22_SSDF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800-218 v1.1 (2022)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PO (Prepare), PS (Protect), PW (Produce), RV (Respond) practices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Provenance chain covers PS.1 (protect all forms of code); CRDT determinism covers PW.8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8c6a966e5bbb8492b2cdfc042f90c7dec6344b4ef526b27da4e586e0c6a55649</a:t>
            </a:r>
          </a:p>
          <a:p>
            <a:r>
              <a:rPr sz="1000">
                <a:solidFill>
                  <a:srgbClr val="222222"/>
                </a:solidFill>
              </a:rPr>
              <a:t>  SHA3-256 (chain) | 3cd3407b67c2db657024a80ff80e38422a78ef79c12264bbe8a84213c0db999b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2026-10-02T11:06:44.054416Z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