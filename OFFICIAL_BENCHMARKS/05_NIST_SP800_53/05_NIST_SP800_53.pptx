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2026-10-02T11:06:40.555726Z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f6849353e0fec879ae1df2eb0d2a516af2eec8a53fed1ecaae31ffb6f0e5083d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2026-10-02T11:06:40.555726Z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